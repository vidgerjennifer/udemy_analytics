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Udemy Courses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Pivot Tables, Dashboard &amp;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analysis is to understand: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Which subjects attract the most subscribers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Which course levels generate the highest engagement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Revenue performance trends over time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Key drivers of learner engagement and business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3533"/>
            <a:ext cx="8229600" cy="3447739"/>
          </a:xfrm>
        </p:spPr>
        <p:txBody>
          <a:bodyPr/>
          <a:lstStyle/>
          <a:p>
            <a:r>
              <a:rPr dirty="0"/>
              <a:t>-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Standardized column names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Converted publication dates into date format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Removed incomplete rows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Created revenue estimation 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 by Subject</a:t>
            </a:r>
          </a:p>
        </p:txBody>
      </p:sp>
      <p:pic>
        <p:nvPicPr>
          <p:cNvPr id="3" name="Picture 2" descr="subject_subscri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by Course Level</a:t>
            </a:r>
          </a:p>
        </p:txBody>
      </p:sp>
      <p:pic>
        <p:nvPicPr>
          <p:cNvPr id="3" name="Picture 2" descr="level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96453"/>
            <a:ext cx="7315200" cy="42946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dirty="0"/>
              <a:t> Trend by Year</a:t>
            </a:r>
          </a:p>
        </p:txBody>
      </p:sp>
      <p:pic>
        <p:nvPicPr>
          <p:cNvPr id="3" name="Picture 2" descr="yea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subject with the highest subscribers is Web Development with 7,848,654 subscribers.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Levels courses receive the highest average engagement based on reviews.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year with the highest estimated revenue generation was 2015.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 courses dominate revenue generation despite free courses attracting larger enrollments.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engagement is strongly correlated with the number of lectures and duration.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Increase investment in high-performing subjects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Develop more intermediate and advanced level courses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 learner engagement through reviews and interactive content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revenue trend analysis to guide future course launches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Focus marketing on subjects with strong subscriber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199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Udemy Courses Data Analysis</vt:lpstr>
      <vt:lpstr>Problem Statement</vt:lpstr>
      <vt:lpstr>Data Cleaning Process</vt:lpstr>
      <vt:lpstr>Subscribers by Subject</vt:lpstr>
      <vt:lpstr>Reviews by Course Level</vt:lpstr>
      <vt:lpstr>Revenue Trend by Year</vt:lpstr>
      <vt:lpstr>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Jennifer Vidger</cp:lastModifiedBy>
  <cp:revision>2</cp:revision>
  <dcterms:created xsi:type="dcterms:W3CDTF">2013-01-27T09:14:16Z</dcterms:created>
  <dcterms:modified xsi:type="dcterms:W3CDTF">2026-06-25T20:42:03Z</dcterms:modified>
  <cp:category/>
</cp:coreProperties>
</file>